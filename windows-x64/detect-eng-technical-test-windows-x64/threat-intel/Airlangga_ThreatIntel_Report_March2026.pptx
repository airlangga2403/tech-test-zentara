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March 2026 Threat Intelligence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based on MISP blocklist feeds (URLHaus, OpenPhish, Tor)</a:t>
            </a:r>
          </a:p>
          <a:p/>
          <a:p>
            <a:r>
              <a:t>This report represents a snapshot of threat activity during the ingestion period (March–April 2026).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&amp;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URLHaus → Malware distribution</a:t>
            </a:r>
          </a:p>
          <a:p>
            <a:r>
              <a:t>OpenPhish → Phishing infrastructure</a:t>
            </a:r>
          </a:p>
          <a:p>
            <a:r>
              <a:t>Tor Exit Nodes → Anonymization</a:t>
            </a:r>
          </a:p>
          <a:p/>
          <a:p>
            <a:r>
              <a:t>Blocklist-based feeds analyzed for pattern detection and IOC clustering.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Indicators (Sample)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customer-support-system-client-solution-center.pages.dev</a:t>
            </a:r>
          </a:p>
          <a:p>
            <a:r>
              <a:t>instagramusicabrasilinstagram.blogspot.com</a:t>
            </a:r>
          </a:p>
          <a:p>
            <a:r>
              <a:t>ipfs.io/ipfs/...</a:t>
            </a:r>
          </a:p>
          <a:p>
            <a:r>
              <a:t>learn-trezr-suite.vercel.app</a:t>
            </a:r>
          </a:p>
          <a:p>
            <a:r>
              <a:t>help-rich.com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Domains Observed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refundonex.com (dominant)</a:t>
            </a:r>
          </a:p>
          <a:p>
            <a:r>
              <a:t>103.130.214.71:4949 (scanner)</a:t>
            </a:r>
          </a:p>
          <a:p>
            <a:r>
              <a:t>github.com / raw.githubusercontent.com (abused hosting)</a:t>
            </a:r>
          </a:p>
          <a:p>
            <a:r>
              <a:t>89.144.31.35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Patterns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Scanner / High Port → dominant (bot-like behavior)</a:t>
            </a:r>
          </a:p>
          <a:p>
            <a:r>
              <a:t>Malware Dropper (/bin.sh)</a:t>
            </a:r>
          </a:p>
          <a:p>
            <a:r>
              <a:t>Suspicious TLD usage (.bet)</a:t>
            </a:r>
          </a:p>
          <a:p>
            <a:r>
              <a:t>Other noise indicators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volume scanning indicates automated botnet activity</a:t>
            </a:r>
          </a:p>
          <a:p>
            <a:r>
              <a:t>• Use of public hosting (GitHub, IPFS) suggests payload delivery evasion</a:t>
            </a:r>
          </a:p>
          <a:p>
            <a:r>
              <a:t>• Repeated domain usage indicates infrastructure reuse</a:t>
            </a:r>
          </a:p>
          <a:p>
            <a:r>
              <a:t>• Suspicious TLD (.bet) likely abused for low-cost malicious hosting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Observed activity suggests coordinated campaigns combining:</a:t>
            </a:r>
          </a:p>
          <a:p>
            <a:r>
              <a:t>- Malware delivery</a:t>
            </a:r>
          </a:p>
          <a:p>
            <a:r>
              <a:t>- Phishing infrastructure</a:t>
            </a:r>
          </a:p>
          <a:p>
            <a:r>
              <a:t>- Automated scanning</a:t>
            </a:r>
          </a:p>
          <a:p/>
          <a:p>
            <a:r>
              <a:t>Likely part of distributed opportunistic attack ecosystem.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Detection:</a:t>
            </a:r>
          </a:p>
          <a:p>
            <a:r>
              <a:t>- Alert on /bin.sh downloads</a:t>
            </a:r>
          </a:p>
          <a:p>
            <a:r>
              <a:t>- Detect outbound connections to high ports</a:t>
            </a:r>
          </a:p>
          <a:p/>
          <a:p>
            <a:r>
              <a:t>Prevention:</a:t>
            </a:r>
          </a:p>
          <a:p>
            <a:r>
              <a:t>- Block suspicious TLD (.bet)</a:t>
            </a:r>
          </a:p>
          <a:p>
            <a:r>
              <a:t>- Restrict unknown domains</a:t>
            </a:r>
          </a:p>
          <a:p/>
          <a:p>
            <a:r>
              <a:t>Monitoring:</a:t>
            </a:r>
          </a:p>
          <a:p>
            <a:r>
              <a:t>- Track IOC correlation in SIEM</a:t>
            </a:r>
          </a:p>
          <a:p>
            <a:r>
              <a:t>- Enrich logs with threat intel feeds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Despite blocklist-based feeds, meaningful threat patterns were identified.</a:t>
            </a:r>
          </a:p>
          <a:p/>
          <a:p>
            <a:r>
              <a:t>Findings support improved detection, monitoring, and proactive defense 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