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March 2026 Threat Intelligence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Analysis based on MISP blocklist feeds (URLHaus, OpenPhish, Tor)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Feeds used:</a:t>
            </a:r>
          </a:p>
          <a:p>
            <a:r>
              <a:t>- URLHaus</a:t>
            </a:r>
          </a:p>
          <a:p>
            <a:r>
              <a:t>- OpenPhish</a:t>
            </a:r>
          </a:p>
          <a:p>
            <a:r>
              <a:t>- Tor Exit Nodes</a:t>
            </a:r>
          </a:p>
          <a:p/>
          <a:p>
            <a:r>
              <a:t>Blocklist-based snapshot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Indicators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http://customer-support-system-client-solution-center.pages.dev/appeal_form</a:t>
            </a:r>
          </a:p>
          <a:p>
            <a:r>
              <a:t>http://instagramusicabrasilinstagram.blogspot.com/</a:t>
            </a:r>
          </a:p>
          <a:p>
            <a:r>
              <a:t>https://ipfs.io/ipfs/bafkreief4lkykm4ijpuet3a4hpuvv735zb2begoy3guq4bklnedstoztxm</a:t>
            </a:r>
          </a:p>
          <a:p>
            <a:r>
              <a:t>http://learn-trezr-suite.vercel.app/</a:t>
            </a:r>
          </a:p>
          <a:p>
            <a:r>
              <a:t>https://data-daceme.help-rich.com/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Pattern</a:t>
            </a:r>
          </a:p>
          <a:p>
            <a:r>
              <a:t>Scanner/High Port    23299</a:t>
            </a:r>
          </a:p>
          <a:p>
            <a:r>
              <a:t>Malware Dropper       4558</a:t>
            </a:r>
          </a:p>
          <a:p>
            <a:r>
              <a:t>Other                 2150</a:t>
            </a:r>
          </a:p>
          <a:p>
            <a:r>
              <a:t>Suspicious TLD         267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Domain</a:t>
            </a:r>
          </a:p>
          <a:p>
            <a:r>
              <a:t>refundonex.com               2841</a:t>
            </a:r>
          </a:p>
          <a:p>
            <a:r>
              <a:t>103.130.214.71:4949           822</a:t>
            </a:r>
          </a:p>
          <a:p>
            <a:r>
              <a:t>github.com                    633</a:t>
            </a:r>
          </a:p>
          <a:p>
            <a:r>
              <a:t>raw.githubusercontent.com     524</a:t>
            </a:r>
          </a:p>
          <a:p>
            <a:r>
              <a:t>89.144.31.35                  154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Patterns indicate malware distribution (/bin.sh), suspicious TLD abuse (.bet), and scanning activity.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Block suspicious domains</a:t>
            </a:r>
          </a:p>
          <a:p>
            <a:r>
              <a:t>- Detect /bin.sh downloads</a:t>
            </a:r>
          </a:p>
          <a:p>
            <a:r>
              <a:t>- Monitor outbound traffic</a:t>
            </a:r>
          </a:p>
          <a:p>
            <a:r>
              <a:t>- Enrich SIEM with IOC feeds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